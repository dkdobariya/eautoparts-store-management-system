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9" r:id="rId22"/>
    <p:sldId id="280" r:id="rId23"/>
    <p:sldId id="277" r:id="rId24"/>
    <p:sldId id="27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</p:sldIdLst>
  <p:sldSz cx="18288000" cy="10287000"/>
  <p:notesSz cx="6858000" cy="9144000"/>
  <p:embeddedFontLst>
    <p:embeddedFont>
      <p:font typeface="Calibri" panose="020F0502020204030204" pitchFamily="34" charset="0"/>
      <p:regular r:id="rId58"/>
      <p:bold r:id="rId59"/>
      <p:italic r:id="rId60"/>
      <p:boldItalic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70682-EEF0-4BFE-8862-96400D916BD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5E0F9-B8E6-430E-AB20-DC38F1B1F7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59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5E0F9-B8E6-430E-AB20-DC38F1B1F7E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34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jpeg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39.jpeg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4993088" y="2031727"/>
            <a:ext cx="8295846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51"/>
              </a:lnSpc>
            </a:pPr>
            <a:r>
              <a:rPr lang="en-US" sz="7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eAuto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Bike Spare Parts E-Commerce </a:t>
            </a:r>
            <a:r>
              <a:rPr lang="en-US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7" name="Picture 3" descr="C:\Users\RAM\Downloads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8" y="47529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6629400" y="1262062"/>
            <a:ext cx="10285347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Aim of the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Features of the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System Analysis &amp;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ER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Flow Diagram (DFD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Flow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Implementation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Limitations of the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 Conclusion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062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42846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endParaRPr lang="en-IN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6611998" y="2324100"/>
            <a:ext cx="10075802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Short description of the problem domain and why the project was initiated.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Project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What the system aims to achieve and its importance.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Boundaries of the system, what it will and will not cover.</a:t>
            </a:r>
          </a:p>
        </p:txBody>
      </p:sp>
    </p:spTree>
    <p:extLst>
      <p:ext uri="{BB962C8B-B14F-4D97-AF65-F5344CB8AC3E}">
        <p14:creationId xmlns:p14="http://schemas.microsoft.com/office/powerpoint/2010/main" val="409809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42846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Benefits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6611998" y="3179445"/>
            <a:ext cx="10075802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Clear, measurable goals of the system.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Key benefits like automation, user convenience, admin control, etc.</a:t>
            </a:r>
          </a:p>
        </p:txBody>
      </p:sp>
    </p:spTree>
    <p:extLst>
      <p:ext uri="{BB962C8B-B14F-4D97-AF65-F5344CB8AC3E}">
        <p14:creationId xmlns:p14="http://schemas.microsoft.com/office/powerpoint/2010/main" val="365690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42846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Project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6611998" y="2663190"/>
            <a:ext cx="10075802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Clearly defines what the project intends to achieve.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why the aim is necessary and valuable.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Aim Solves Current Problems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Shows how the project overcomes existing system drawbacks.</a:t>
            </a:r>
          </a:p>
        </p:txBody>
      </p:sp>
    </p:spTree>
    <p:extLst>
      <p:ext uri="{BB962C8B-B14F-4D97-AF65-F5344CB8AC3E}">
        <p14:creationId xmlns:p14="http://schemas.microsoft.com/office/powerpoint/2010/main" val="335252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63503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4284602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6611998" y="1333500"/>
            <a:ext cx="1007580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Brief overview → “The system provides features for both Users and Admins to ensure smooth e-commerce operations.”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70716"/>
            <a:ext cx="13096794" cy="627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699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4665601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Feature1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3848100"/>
            <a:ext cx="4724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session management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9960" y="1002222"/>
            <a:ext cx="10286109" cy="4293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722" y="4840605"/>
            <a:ext cx="10285347" cy="437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34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195507"/>
            <a:ext cx="5275201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Feature 2: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Browse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Search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Products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3848100"/>
            <a:ext cx="51816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by brand/category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filtering &amp; sorting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99" y="5118101"/>
            <a:ext cx="7968602" cy="335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799" y="938470"/>
            <a:ext cx="7026270" cy="2519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799" y="3467100"/>
            <a:ext cx="7026269" cy="2696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798" y="6210300"/>
            <a:ext cx="7026269" cy="2707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3" descr="C:\Users\RAM\Downloads\download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090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" y="-88898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028700"/>
            <a:ext cx="5275201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Feature 3: Cart &amp; Checkout System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3695700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Add/remove products from cart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checkout process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763" y="938151"/>
            <a:ext cx="8944806" cy="3536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2" y="4773037"/>
            <a:ext cx="3863975" cy="44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789" y="4495205"/>
            <a:ext cx="9771780" cy="4621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 descr="C:\Users\RAM\Downloads\downloa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906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30399" y="1028700"/>
            <a:ext cx="1542567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Feature 4: Order Tracking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4"/>
          <p:cNvSpPr txBox="1"/>
          <p:nvPr/>
        </p:nvSpPr>
        <p:spPr>
          <a:xfrm>
            <a:off x="1524000" y="2019300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order status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updates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99" y="3126693"/>
            <a:ext cx="11037888" cy="527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1900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5280028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Feature 5: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600200" y="3924300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personal info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etails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 orders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127" y="959519"/>
            <a:ext cx="9533942" cy="3890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126" y="4838700"/>
            <a:ext cx="9533943" cy="3897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82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744604" y="1028700"/>
            <a:ext cx="7713596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 1: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&amp; Dashboard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600200" y="3924300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admin authentication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dashboard view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206" y="955470"/>
            <a:ext cx="8678863" cy="4104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133" y="5077031"/>
            <a:ext cx="8671936" cy="4123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742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262135" y="1028700"/>
            <a:ext cx="161114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 2: Manage Products (Add/Edit/Delete)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47800" y="2019300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on products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stock &amp; pricing control</a:t>
            </a:r>
          </a:p>
        </p:txBody>
      </p:sp>
      <p:pic>
        <p:nvPicPr>
          <p:cNvPr id="23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009" y="2001982"/>
            <a:ext cx="8287060" cy="3979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3" y="6057900"/>
            <a:ext cx="8712528" cy="1717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99" y="7734300"/>
            <a:ext cx="8713302" cy="152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0742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262135" y="1028700"/>
            <a:ext cx="6129265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 3: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&amp; </a:t>
            </a:r>
            <a:endParaRPr 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47800" y="3549015"/>
            <a:ext cx="5715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View/approve/reject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 details &amp; roles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99" y="1028701"/>
            <a:ext cx="8588285" cy="4083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44" y="5143500"/>
            <a:ext cx="8588285" cy="4056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572" y="4634364"/>
            <a:ext cx="6694488" cy="439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500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762000" y="1028700"/>
            <a:ext cx="6129265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endParaRPr lang="en-IN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6587482" y="2358390"/>
            <a:ext cx="1010031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Collecting needs from users &amp; admin.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Features the system must provide (e.g., login, cart, product management).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Performance, security, scalability, usability.</a:t>
            </a:r>
          </a:p>
        </p:txBody>
      </p:sp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799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762000" y="1028700"/>
            <a:ext cx="6129265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endParaRPr lang="en-IN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6587482" y="2042160"/>
            <a:ext cx="10100318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Frontend: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CSS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+ AOS, Backend: PHP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ER Model, relationships, collections/tables structure.</a:t>
            </a:r>
          </a:p>
        </p:txBody>
      </p:sp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349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 Overview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12496800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User, Product, Cart, Order, Payment, Delivery, Admin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e.g., User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Email, Password), Product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Price, Stock)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↔ Order (One-to-Many)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↔ Product (Many-to-Many)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↔ Cart (Many-to-Many)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↔ Payment (One-to-One)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↔ Delivery (One-to-One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372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ER Model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155448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ER diagram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(finalized version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38062" y="3079432"/>
            <a:ext cx="8811102" cy="587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4"/>
          <p:cNvSpPr txBox="1"/>
          <p:nvPr/>
        </p:nvSpPr>
        <p:spPr>
          <a:xfrm>
            <a:off x="1524000" y="3314700"/>
            <a:ext cx="6934200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caption: “This ER Model represents the logical database design for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eAuto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system, showing entities, attributes, and relationships.”</a:t>
            </a:r>
          </a:p>
        </p:txBody>
      </p:sp>
    </p:spTree>
    <p:extLst>
      <p:ext uri="{BB962C8B-B14F-4D97-AF65-F5344CB8AC3E}">
        <p14:creationId xmlns:p14="http://schemas.microsoft.com/office/powerpoint/2010/main" val="275489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Level DFD (Overview)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86868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process box (System)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to: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User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Admin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Supplier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Payment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flows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522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721" y="1333500"/>
            <a:ext cx="10285347" cy="6856898"/>
          </a:xfrm>
          <a:prstGeom prst="rect">
            <a:avLst/>
          </a:prstGeom>
        </p:spPr>
      </p:pic>
      <p:sp>
        <p:nvSpPr>
          <p:cNvPr id="20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diagram image</a:t>
            </a:r>
          </a:p>
        </p:txBody>
      </p:sp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065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DFD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(Explanation)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1866900"/>
            <a:ext cx="1533207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(Inside System):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Login &amp; Registration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Login/Register request → Output: Confirmation → Data Store: D1 User DB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2.0 Product Management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Product search/update → Output: Product info → Data Store: D2 Product DB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 Cart &amp; Order Management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Add to Cart/Place Order → Output: Order confirmation → Data Store: D3 Cart &amp; Order DB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 Payment Processing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Payment details → Output: Transaction confirmation → Data Store: D4 Payment Records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 Supplier &amp; Inventory Management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Stock info update → Output: Stock confirmation → Data Store: D5 Inventory DB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6.0 Delivery Management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Delivery assignment → Output: Delivery confirmation → Data Store: D6 Delivery Records</a:t>
            </a:r>
          </a:p>
          <a:p>
            <a:pPr algn="just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7.0 Reports &amp; Analytics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Input: Report request → Output: Sales/Stock reports → Data Store: D7 Reports DB</a:t>
            </a:r>
          </a:p>
        </p:txBody>
      </p:sp>
      <p:pic>
        <p:nvPicPr>
          <p:cNvPr id="19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51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524" y="1010022"/>
            <a:ext cx="9266676" cy="8208276"/>
          </a:xfrm>
          <a:prstGeom prst="rect">
            <a:avLst/>
          </a:prstGeom>
        </p:spPr>
      </p:pic>
      <p:sp>
        <p:nvSpPr>
          <p:cNvPr id="19" name="TextBox 4"/>
          <p:cNvSpPr txBox="1"/>
          <p:nvPr/>
        </p:nvSpPr>
        <p:spPr>
          <a:xfrm>
            <a:off x="1524000" y="2701950"/>
            <a:ext cx="5287524" cy="3604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Entities (Customer, Admin, Supplier, Delivery Staff)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(1.0 – 7.0 inside system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4"/>
          <p:cNvSpPr txBox="1"/>
          <p:nvPr/>
        </p:nvSpPr>
        <p:spPr>
          <a:xfrm>
            <a:off x="1524000" y="6597523"/>
            <a:ext cx="4191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(D1–D7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203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1.0: Login &amp; Registration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8686800" cy="4774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registration details / login credentials.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input against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DB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 → user session starts.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invalid → error message shown.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Collection (MongoDB)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765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1.0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59" y="1333500"/>
            <a:ext cx="10286109" cy="6857406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314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0267183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2.0: Product Management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User/Admin requests products.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queries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(name, brand, category, price).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details displayed on UI.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Add/Edit/Delete products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Collection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587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60" y="1334094"/>
            <a:ext cx="10286109" cy="6857406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790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3.0: Cart &amp; Order Management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adds/removes products from cart.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data stored temporarily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checkout → system generates order.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user reference.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updates order status (Pending, Shipped, Delivered).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368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60" y="1333500"/>
            <a:ext cx="10286109" cy="6857406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754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4.0: Payment Processing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payment method (Cash, Card, UPI,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NetBanking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request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 verifies details and returns status.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successful → confirmation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failed → system requests re-try.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915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721" y="1334602"/>
            <a:ext cx="10285347" cy="6856898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872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5.0: Supplier &amp; Inventory Management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4774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checks product stock levels.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updates stock into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syncs product availability.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alerts generated.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reflected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049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5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60" y="1257894"/>
            <a:ext cx="10286110" cy="6857406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442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6.0: Delivery Management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assigned to delivery staff.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details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updates status (Out for delivery, Delivered).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delivery in real time.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delivery confirmation.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80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887" y="1254914"/>
            <a:ext cx="10279182" cy="6852788"/>
          </a:xfrm>
          <a:prstGeom prst="rect">
            <a:avLst/>
          </a:prstGeom>
        </p:spPr>
      </p:pic>
      <p:pic>
        <p:nvPicPr>
          <p:cNvPr id="17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440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7.0: Reports &amp; Analytics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4786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requests system reports.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collects data from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Orders, Users, Products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DBs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stock &amp; user reports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shown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/ tabular form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Collection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019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7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.0 diagram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722" y="1214760"/>
            <a:ext cx="10285346" cy="6856897"/>
          </a:xfrm>
          <a:prstGeom prst="rect">
            <a:avLst/>
          </a:prstGeom>
        </p:spPr>
      </p:pic>
      <p:pic>
        <p:nvPicPr>
          <p:cNvPr id="19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9062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Flow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4786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registration/login details.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credentials against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DB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 → access granted, session starts.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invalid → error message shown.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Database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349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416" y="1043364"/>
            <a:ext cx="5449956" cy="8174934"/>
          </a:xfrm>
          <a:prstGeom prst="rect">
            <a:avLst/>
          </a:prstGeom>
        </p:spPr>
      </p:pic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8246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Purchase Flow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4000" y="2047875"/>
            <a:ext cx="990600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browses/searches products.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desired product and adds to cart.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stock availability.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available → proceed to checkout.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available → show out-of-stock message.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887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688" y="1036320"/>
            <a:ext cx="5454651" cy="8181977"/>
          </a:xfrm>
          <a:prstGeom prst="rect">
            <a:avLst/>
          </a:prstGeom>
        </p:spPr>
      </p:pic>
      <p:pic>
        <p:nvPicPr>
          <p:cNvPr id="19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9230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Flow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3999" y="2047875"/>
            <a:ext cx="10190983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places order from cart.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updates order status (Pending → Shipped → Delivered).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order progress.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notifies user at each stage.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281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328" y="1181100"/>
            <a:ext cx="5358132" cy="8037198"/>
          </a:xfrm>
          <a:prstGeom prst="rect">
            <a:avLst/>
          </a:prstGeom>
        </p:spPr>
      </p:pic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0719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47800" y="1028700"/>
            <a:ext cx="14630400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Processing Flow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523999" y="2047875"/>
            <a:ext cx="10190983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payment method (Cash, Card, UPI,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NetBanking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sends details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 validates &amp; returns success/failure.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success → confirmation stored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DB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failure → user prompted to retry.</a:t>
            </a:r>
          </a:p>
        </p:txBody>
      </p:sp>
      <p:pic>
        <p:nvPicPr>
          <p:cNvPr id="18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859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25572" y="1028700"/>
            <a:ext cx="4667694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969" y="1118166"/>
            <a:ext cx="5400088" cy="8100132"/>
          </a:xfrm>
          <a:prstGeom prst="rect">
            <a:avLst/>
          </a:prstGeom>
        </p:spPr>
      </p:pic>
      <p:pic>
        <p:nvPicPr>
          <p:cNvPr id="19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106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6129265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Implementation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91418" y="2939853"/>
            <a:ext cx="9786182" cy="4774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structuring web pages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styling and layout design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responsive and mobile-first design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AOS (Animate on Scroll)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animations.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and mobile-friendly user experience.</a:t>
            </a:r>
          </a:p>
        </p:txBody>
      </p:sp>
      <p:pic>
        <p:nvPicPr>
          <p:cNvPr id="7172" name="Picture 4" descr="Bootstr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0985" y="3579616"/>
            <a:ext cx="5125084" cy="261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AOS: Animate web elements as you scroll | Bypeo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709" y="6210300"/>
            <a:ext cx="51816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2" descr="Introduction to HTML5 and CSS3 - Huds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AutoShape 4" descr="Introduction to HTML5 and CSS3 - Hudson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 descr="Html5 Css3 Logo Png - Html And Css Logo Transparent PNG - 820x600 - Free  Download on Nice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709" y="938152"/>
            <a:ext cx="5166360" cy="25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9244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65102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91418" y="2019300"/>
            <a:ext cx="8719382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Core PHP (mixed UI + business logic)</a:t>
            </a:r>
          </a:p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(relational tables for Users, Products, Orders, etc.)</a:t>
            </a:r>
          </a:p>
        </p:txBody>
      </p:sp>
      <p:pic>
        <p:nvPicPr>
          <p:cNvPr id="37890" name="Picture 2" descr="3+ Thousand Backend Icon Royalty-Free Images, Stock Photos &amp; Pictures |  Shutter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709" y="1409450"/>
            <a:ext cx="5166360" cy="356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ySQL logo and symbol, meaning, history,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709" y="4973955"/>
            <a:ext cx="5178212" cy="291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67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65102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91418" y="2019300"/>
            <a:ext cx="9786182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Session Management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secure access.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errors &amp; attacks.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Encryption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credentials.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(User vs. Admin).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integrity &amp; confidentiality.</a:t>
            </a:r>
          </a:p>
        </p:txBody>
      </p:sp>
      <p:pic>
        <p:nvPicPr>
          <p:cNvPr id="38914" name="Picture 2" descr="Security Logo PNG Transparent Images Free Download | Vector Files | Png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45" y="4406492"/>
            <a:ext cx="5140324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988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04726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 </a:t>
            </a:r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&amp; Integration)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91417" y="2059305"/>
            <a:ext cx="10198291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module tested separately (Login, Cart, Checkout, etc.).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data flow between modules (Cart ↔ Order ↔ Payment).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modules work correctly both individually and together.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errors early in development.</a:t>
            </a:r>
          </a:p>
        </p:txBody>
      </p:sp>
      <p:pic>
        <p:nvPicPr>
          <p:cNvPr id="1026" name="Picture 2" descr="unit testing vector icon 22763030 Vector Art at Vecteez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9708" y="1028700"/>
            <a:ext cx="5141086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egration Testing-Click2Cloud Technology Services In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0" y="5118101"/>
            <a:ext cx="4943594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071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75770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Admin Testing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91418" y="2019300"/>
            <a:ext cx="9786182" cy="675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Testing (UI/UX):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Verify navigation, product browsing, cart, and order tracking.</a:t>
            </a:r>
          </a:p>
          <a:p>
            <a:pPr marL="514350" indent="-5143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real-time actions like add-to-cart, checkout, payment.</a:t>
            </a:r>
          </a:p>
          <a:p>
            <a:pPr marL="514350" indent="-5143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Testing: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management, order updates, report generation.</a:t>
            </a:r>
          </a:p>
          <a:p>
            <a:pPr marL="514350" indent="-5143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system works as expected for both roles.</a:t>
            </a:r>
          </a:p>
        </p:txBody>
      </p:sp>
      <p:pic>
        <p:nvPicPr>
          <p:cNvPr id="2050" name="Picture 2" descr="User Testing icon. Monochrome sign from digital transformation collection.  Creative User Testing icon illustration for web design, infographics and  Stock Vector Image &amp; Art - Alamy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60"/>
          <a:stretch/>
        </p:blipFill>
        <p:spPr bwMode="auto">
          <a:xfrm>
            <a:off x="11689709" y="1105219"/>
            <a:ext cx="5166360" cy="273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1+ Thousand Admin Logo Royalty-Free Images, Stock Photos &amp; Pictures |  Shutter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4983" y="6324600"/>
            <a:ext cx="514108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unctionality testing concept icon black-box Vector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36"/>
          <a:stretch/>
        </p:blipFill>
        <p:spPr bwMode="auto">
          <a:xfrm>
            <a:off x="11715745" y="3876233"/>
            <a:ext cx="5140324" cy="2448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6435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01678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Load Testing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605376" y="2032408"/>
            <a:ext cx="9786182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system speed under normal and peak loads.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response time for product search, cart, and payment.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testing with multiple users simultaneously.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scalability and reliability of the system.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bottlenecks before deployment.</a:t>
            </a:r>
          </a:p>
        </p:txBody>
      </p:sp>
      <p:pic>
        <p:nvPicPr>
          <p:cNvPr id="3076" name="Picture 4" descr="Performance Testing Concept Icon Royalty Free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13"/>
          <a:stretch/>
        </p:blipFill>
        <p:spPr bwMode="auto">
          <a:xfrm>
            <a:off x="11714983" y="4299649"/>
            <a:ext cx="5141086" cy="491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C:\Users\RAM\Downloads\download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3840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3690865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</a:t>
            </a:r>
            <a:endParaRPr lang="en-IN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</a:p>
          <a:p>
            <a:pPr algn="ctr"/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6569960" y="1178561"/>
            <a:ext cx="10286109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Technical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 coupling of PHP with HTML/CSS made the codebase less modular and harder 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lacked flexibility for handling unstructured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just">
              <a:lnSpc>
                <a:spcPct val="2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payment options (Cash, UPI, Card only).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are simple, not AI-driven.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4342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01678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605376" y="2032408"/>
            <a:ext cx="9786182" cy="6756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 (Android &amp; iOS).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product recommendations.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reporting with data visualization dashboards.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third-party delivery partners (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Swiggy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Genie,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Dunzo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and multi-currency support for wider audience.</a:t>
            </a:r>
          </a:p>
        </p:txBody>
      </p:sp>
      <p:pic>
        <p:nvPicPr>
          <p:cNvPr id="20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132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48160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(Summary &amp; Achievements)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414535" y="1882557"/>
            <a:ext cx="15441534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Summary of Work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&amp; implemented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eAuto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Bike Spare Parts E-Commerce Platform.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with HTML/CSS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&amp; AOS for UI/UX.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with PHP APIs integrated with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 login, product browsing, cart, orders, payment, and delivery tracking.</a:t>
            </a:r>
          </a:p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Achievements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functional e-commerce workflow (User ↔ Admin ↔ Supplier ↔ Delivery).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&amp; session management.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cart and order management system.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stock &amp; delivery status updates.</a:t>
            </a:r>
          </a:p>
        </p:txBody>
      </p:sp>
      <p:pic>
        <p:nvPicPr>
          <p:cNvPr id="22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7382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01678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(Future Scope)</a:t>
            </a: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Box 4"/>
          <p:cNvSpPr txBox="1"/>
          <p:nvPr/>
        </p:nvSpPr>
        <p:spPr>
          <a:xfrm>
            <a:off x="1605376" y="2032408"/>
            <a:ext cx="9786182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dedicated mobile app (Android/iOS).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 for personalized shopping.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dashboards for Admin.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&amp; franchise support.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external payment &amp; delivery APIs.</a:t>
            </a:r>
          </a:p>
        </p:txBody>
      </p:sp>
      <p:pic>
        <p:nvPicPr>
          <p:cNvPr id="20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80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63503" y="-88897"/>
            <a:ext cx="18414997" cy="10413997"/>
            <a:chOff x="0" y="0"/>
            <a:chExt cx="18415000" cy="10414000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0" y="10287000"/>
                  </a:lnTo>
                  <a:lnTo>
                    <a:pt x="18288000" y="1028700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8E9496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589153" y="504190"/>
              <a:ext cx="17230725" cy="9401175"/>
            </a:xfrm>
            <a:custGeom>
              <a:avLst/>
              <a:gdLst/>
              <a:ahLst/>
              <a:cxnLst/>
              <a:rect l="l" t="t" r="r" b="b"/>
              <a:pathLst>
                <a:path w="17230725" h="9401175">
                  <a:moveTo>
                    <a:pt x="362839" y="267081"/>
                  </a:moveTo>
                  <a:cubicBezTo>
                    <a:pt x="453517" y="267081"/>
                    <a:pt x="529844" y="344170"/>
                    <a:pt x="529844" y="434848"/>
                  </a:cubicBezTo>
                  <a:cubicBezTo>
                    <a:pt x="529844" y="525526"/>
                    <a:pt x="453517" y="601853"/>
                    <a:pt x="362839" y="601853"/>
                  </a:cubicBezTo>
                  <a:cubicBezTo>
                    <a:pt x="272161" y="601853"/>
                    <a:pt x="200152" y="525526"/>
                    <a:pt x="200152" y="434848"/>
                  </a:cubicBezTo>
                  <a:cubicBezTo>
                    <a:pt x="200152" y="344170"/>
                    <a:pt x="272161" y="267081"/>
                    <a:pt x="362839" y="267081"/>
                  </a:cubicBezTo>
                  <a:close/>
                  <a:moveTo>
                    <a:pt x="362839" y="802767"/>
                  </a:moveTo>
                  <a:cubicBezTo>
                    <a:pt x="453517" y="802767"/>
                    <a:pt x="529844" y="879094"/>
                    <a:pt x="529844" y="970534"/>
                  </a:cubicBezTo>
                  <a:cubicBezTo>
                    <a:pt x="529844" y="1061212"/>
                    <a:pt x="453517" y="1132586"/>
                    <a:pt x="362839" y="1132586"/>
                  </a:cubicBezTo>
                  <a:cubicBezTo>
                    <a:pt x="272161" y="1132586"/>
                    <a:pt x="200152" y="1061339"/>
                    <a:pt x="200152" y="970534"/>
                  </a:cubicBezTo>
                  <a:cubicBezTo>
                    <a:pt x="200152" y="879094"/>
                    <a:pt x="272161" y="802767"/>
                    <a:pt x="362839" y="802767"/>
                  </a:cubicBezTo>
                  <a:close/>
                  <a:moveTo>
                    <a:pt x="362839" y="1338453"/>
                  </a:moveTo>
                  <a:cubicBezTo>
                    <a:pt x="453517" y="1338453"/>
                    <a:pt x="529844" y="1414780"/>
                    <a:pt x="529844" y="1505458"/>
                  </a:cubicBezTo>
                  <a:cubicBezTo>
                    <a:pt x="529844" y="1596898"/>
                    <a:pt x="453517" y="1668145"/>
                    <a:pt x="362839" y="1668145"/>
                  </a:cubicBezTo>
                  <a:cubicBezTo>
                    <a:pt x="272161" y="1668145"/>
                    <a:pt x="200152" y="1596898"/>
                    <a:pt x="200152" y="1505458"/>
                  </a:cubicBezTo>
                  <a:cubicBezTo>
                    <a:pt x="200152" y="1414780"/>
                    <a:pt x="272161" y="1338453"/>
                    <a:pt x="362839" y="1338453"/>
                  </a:cubicBezTo>
                  <a:close/>
                  <a:moveTo>
                    <a:pt x="362839" y="1874139"/>
                  </a:moveTo>
                  <a:cubicBezTo>
                    <a:pt x="453517" y="1874139"/>
                    <a:pt x="529844" y="1950466"/>
                    <a:pt x="529844" y="2041144"/>
                  </a:cubicBezTo>
                  <a:cubicBezTo>
                    <a:pt x="529844" y="2131822"/>
                    <a:pt x="453517" y="2203831"/>
                    <a:pt x="362839" y="2203831"/>
                  </a:cubicBezTo>
                  <a:cubicBezTo>
                    <a:pt x="272161" y="2203831"/>
                    <a:pt x="200152" y="2131822"/>
                    <a:pt x="200152" y="2041144"/>
                  </a:cubicBezTo>
                  <a:cubicBezTo>
                    <a:pt x="200152" y="1950466"/>
                    <a:pt x="272161" y="1874139"/>
                    <a:pt x="362839" y="1874139"/>
                  </a:cubicBezTo>
                  <a:close/>
                  <a:moveTo>
                    <a:pt x="362839" y="2409825"/>
                  </a:moveTo>
                  <a:cubicBezTo>
                    <a:pt x="453517" y="2409825"/>
                    <a:pt x="529844" y="2486152"/>
                    <a:pt x="529844" y="2576830"/>
                  </a:cubicBezTo>
                  <a:cubicBezTo>
                    <a:pt x="529844" y="2667508"/>
                    <a:pt x="453517" y="2739517"/>
                    <a:pt x="362839" y="2739517"/>
                  </a:cubicBezTo>
                  <a:cubicBezTo>
                    <a:pt x="272161" y="2739517"/>
                    <a:pt x="200152" y="2667508"/>
                    <a:pt x="200152" y="2576830"/>
                  </a:cubicBezTo>
                  <a:cubicBezTo>
                    <a:pt x="200152" y="2486152"/>
                    <a:pt x="272161" y="2409825"/>
                    <a:pt x="362839" y="2409825"/>
                  </a:cubicBezTo>
                  <a:close/>
                  <a:moveTo>
                    <a:pt x="362839" y="2944749"/>
                  </a:moveTo>
                  <a:cubicBezTo>
                    <a:pt x="453517" y="2944749"/>
                    <a:pt x="529844" y="3016758"/>
                    <a:pt x="529844" y="3112516"/>
                  </a:cubicBezTo>
                  <a:cubicBezTo>
                    <a:pt x="529844" y="3203194"/>
                    <a:pt x="453517" y="3275203"/>
                    <a:pt x="362839" y="3275203"/>
                  </a:cubicBezTo>
                  <a:cubicBezTo>
                    <a:pt x="272161" y="3275203"/>
                    <a:pt x="200152" y="3203193"/>
                    <a:pt x="200152" y="3112516"/>
                  </a:cubicBezTo>
                  <a:cubicBezTo>
                    <a:pt x="200152" y="3016757"/>
                    <a:pt x="272161" y="2944749"/>
                    <a:pt x="362839" y="2944749"/>
                  </a:cubicBezTo>
                  <a:close/>
                  <a:moveTo>
                    <a:pt x="362839" y="3480435"/>
                  </a:moveTo>
                  <a:cubicBezTo>
                    <a:pt x="453517" y="3480435"/>
                    <a:pt x="529844" y="3552444"/>
                    <a:pt x="529844" y="3643122"/>
                  </a:cubicBezTo>
                  <a:cubicBezTo>
                    <a:pt x="529844" y="3738880"/>
                    <a:pt x="453517" y="3810127"/>
                    <a:pt x="362839" y="3810127"/>
                  </a:cubicBezTo>
                  <a:cubicBezTo>
                    <a:pt x="272161" y="3810127"/>
                    <a:pt x="200152" y="3738880"/>
                    <a:pt x="200152" y="3643122"/>
                  </a:cubicBezTo>
                  <a:cubicBezTo>
                    <a:pt x="200152" y="3552443"/>
                    <a:pt x="272161" y="3480435"/>
                    <a:pt x="362839" y="3480435"/>
                  </a:cubicBezTo>
                  <a:close/>
                  <a:moveTo>
                    <a:pt x="362839" y="4016121"/>
                  </a:moveTo>
                  <a:cubicBezTo>
                    <a:pt x="453517" y="4016121"/>
                    <a:pt x="529844" y="4088130"/>
                    <a:pt x="529844" y="4178807"/>
                  </a:cubicBezTo>
                  <a:cubicBezTo>
                    <a:pt x="529844" y="4269485"/>
                    <a:pt x="453517" y="4345812"/>
                    <a:pt x="362839" y="4345812"/>
                  </a:cubicBezTo>
                  <a:cubicBezTo>
                    <a:pt x="272161" y="4345812"/>
                    <a:pt x="200152" y="4269485"/>
                    <a:pt x="200152" y="4178807"/>
                  </a:cubicBezTo>
                  <a:cubicBezTo>
                    <a:pt x="200152" y="4088130"/>
                    <a:pt x="272161" y="4016121"/>
                    <a:pt x="362839" y="4016121"/>
                  </a:cubicBezTo>
                  <a:close/>
                  <a:moveTo>
                    <a:pt x="362839" y="4551806"/>
                  </a:moveTo>
                  <a:cubicBezTo>
                    <a:pt x="453517" y="4551806"/>
                    <a:pt x="529844" y="4623053"/>
                    <a:pt x="529844" y="4714493"/>
                  </a:cubicBezTo>
                  <a:cubicBezTo>
                    <a:pt x="529844" y="4805172"/>
                    <a:pt x="453517" y="4881498"/>
                    <a:pt x="362839" y="4881498"/>
                  </a:cubicBezTo>
                  <a:cubicBezTo>
                    <a:pt x="272161" y="4881498"/>
                    <a:pt x="200152" y="4805171"/>
                    <a:pt x="200152" y="4714493"/>
                  </a:cubicBezTo>
                  <a:cubicBezTo>
                    <a:pt x="200152" y="4623053"/>
                    <a:pt x="272161" y="4551806"/>
                    <a:pt x="362839" y="4551806"/>
                  </a:cubicBezTo>
                  <a:close/>
                  <a:moveTo>
                    <a:pt x="362839" y="5087492"/>
                  </a:moveTo>
                  <a:cubicBezTo>
                    <a:pt x="453517" y="5087492"/>
                    <a:pt x="529844" y="5158739"/>
                    <a:pt x="529844" y="5249544"/>
                  </a:cubicBezTo>
                  <a:cubicBezTo>
                    <a:pt x="529844" y="5340985"/>
                    <a:pt x="453517" y="5417311"/>
                    <a:pt x="362839" y="5417311"/>
                  </a:cubicBezTo>
                  <a:cubicBezTo>
                    <a:pt x="272161" y="5417311"/>
                    <a:pt x="200152" y="5340984"/>
                    <a:pt x="200152" y="5249544"/>
                  </a:cubicBezTo>
                  <a:cubicBezTo>
                    <a:pt x="200152" y="5158866"/>
                    <a:pt x="272161" y="5087492"/>
                    <a:pt x="362839" y="5087492"/>
                  </a:cubicBezTo>
                  <a:close/>
                  <a:moveTo>
                    <a:pt x="362839" y="5622416"/>
                  </a:moveTo>
                  <a:cubicBezTo>
                    <a:pt x="453517" y="5622416"/>
                    <a:pt x="529844" y="5694425"/>
                    <a:pt x="529844" y="5785103"/>
                  </a:cubicBezTo>
                  <a:cubicBezTo>
                    <a:pt x="529844" y="5875781"/>
                    <a:pt x="453517" y="5952870"/>
                    <a:pt x="362839" y="5952870"/>
                  </a:cubicBezTo>
                  <a:cubicBezTo>
                    <a:pt x="272161" y="5952870"/>
                    <a:pt x="200152" y="5875781"/>
                    <a:pt x="200152" y="5785103"/>
                  </a:cubicBezTo>
                  <a:cubicBezTo>
                    <a:pt x="200152" y="5694425"/>
                    <a:pt x="272161" y="5622416"/>
                    <a:pt x="362839" y="5622416"/>
                  </a:cubicBezTo>
                  <a:close/>
                  <a:moveTo>
                    <a:pt x="362839" y="6158103"/>
                  </a:moveTo>
                  <a:cubicBezTo>
                    <a:pt x="453517" y="6158103"/>
                    <a:pt x="529844" y="6230111"/>
                    <a:pt x="529844" y="6320790"/>
                  </a:cubicBezTo>
                  <a:cubicBezTo>
                    <a:pt x="529844" y="6411468"/>
                    <a:pt x="453517" y="6487795"/>
                    <a:pt x="362839" y="6487795"/>
                  </a:cubicBezTo>
                  <a:cubicBezTo>
                    <a:pt x="272161" y="6487795"/>
                    <a:pt x="200152" y="6411468"/>
                    <a:pt x="200152" y="6320790"/>
                  </a:cubicBezTo>
                  <a:cubicBezTo>
                    <a:pt x="200152" y="6230111"/>
                    <a:pt x="272161" y="6158103"/>
                    <a:pt x="362839" y="6158103"/>
                  </a:cubicBezTo>
                  <a:close/>
                  <a:moveTo>
                    <a:pt x="362839" y="6688709"/>
                  </a:moveTo>
                  <a:cubicBezTo>
                    <a:pt x="453517" y="6688709"/>
                    <a:pt x="529844" y="6765798"/>
                    <a:pt x="529844" y="6856476"/>
                  </a:cubicBezTo>
                  <a:cubicBezTo>
                    <a:pt x="529844" y="6947154"/>
                    <a:pt x="453517" y="7023482"/>
                    <a:pt x="362839" y="7023482"/>
                  </a:cubicBezTo>
                  <a:cubicBezTo>
                    <a:pt x="272161" y="7023482"/>
                    <a:pt x="200152" y="6947154"/>
                    <a:pt x="200152" y="6856476"/>
                  </a:cubicBezTo>
                  <a:cubicBezTo>
                    <a:pt x="200152" y="6765798"/>
                    <a:pt x="272161" y="6688709"/>
                    <a:pt x="362839" y="6688709"/>
                  </a:cubicBezTo>
                  <a:close/>
                  <a:moveTo>
                    <a:pt x="362839" y="7224395"/>
                  </a:moveTo>
                  <a:cubicBezTo>
                    <a:pt x="453517" y="7224395"/>
                    <a:pt x="529844" y="7300722"/>
                    <a:pt x="529844" y="7392162"/>
                  </a:cubicBezTo>
                  <a:cubicBezTo>
                    <a:pt x="529844" y="7482840"/>
                    <a:pt x="453517" y="7554214"/>
                    <a:pt x="362839" y="7554214"/>
                  </a:cubicBezTo>
                  <a:cubicBezTo>
                    <a:pt x="272161" y="7554214"/>
                    <a:pt x="200152" y="7482967"/>
                    <a:pt x="200152" y="7392162"/>
                  </a:cubicBezTo>
                  <a:cubicBezTo>
                    <a:pt x="200152" y="7300722"/>
                    <a:pt x="272161" y="7224395"/>
                    <a:pt x="362839" y="7224395"/>
                  </a:cubicBezTo>
                  <a:close/>
                  <a:moveTo>
                    <a:pt x="362839" y="7760081"/>
                  </a:moveTo>
                  <a:cubicBezTo>
                    <a:pt x="453517" y="7760081"/>
                    <a:pt x="529844" y="7836408"/>
                    <a:pt x="529844" y="7927086"/>
                  </a:cubicBezTo>
                  <a:cubicBezTo>
                    <a:pt x="529844" y="8018526"/>
                    <a:pt x="453517" y="8089773"/>
                    <a:pt x="362839" y="8089773"/>
                  </a:cubicBezTo>
                  <a:cubicBezTo>
                    <a:pt x="272161" y="8089773"/>
                    <a:pt x="200152" y="8018526"/>
                    <a:pt x="200152" y="7927086"/>
                  </a:cubicBezTo>
                  <a:cubicBezTo>
                    <a:pt x="200152" y="7836408"/>
                    <a:pt x="272161" y="7760081"/>
                    <a:pt x="362839" y="7760081"/>
                  </a:cubicBezTo>
                  <a:close/>
                  <a:moveTo>
                    <a:pt x="362839" y="8295767"/>
                  </a:moveTo>
                  <a:cubicBezTo>
                    <a:pt x="453517" y="8295767"/>
                    <a:pt x="529844" y="8372094"/>
                    <a:pt x="529844" y="8462772"/>
                  </a:cubicBezTo>
                  <a:cubicBezTo>
                    <a:pt x="529844" y="8553450"/>
                    <a:pt x="453517" y="8625459"/>
                    <a:pt x="362839" y="8625459"/>
                  </a:cubicBezTo>
                  <a:cubicBezTo>
                    <a:pt x="272161" y="8625459"/>
                    <a:pt x="200152" y="8553450"/>
                    <a:pt x="200152" y="8462772"/>
                  </a:cubicBezTo>
                  <a:cubicBezTo>
                    <a:pt x="200152" y="8372094"/>
                    <a:pt x="272161" y="8295767"/>
                    <a:pt x="362839" y="8295767"/>
                  </a:cubicBezTo>
                  <a:close/>
                  <a:moveTo>
                    <a:pt x="362839" y="8831453"/>
                  </a:moveTo>
                  <a:cubicBezTo>
                    <a:pt x="453517" y="8831453"/>
                    <a:pt x="529844" y="8907780"/>
                    <a:pt x="529844" y="8998458"/>
                  </a:cubicBezTo>
                  <a:cubicBezTo>
                    <a:pt x="529844" y="9089136"/>
                    <a:pt x="453517" y="9161145"/>
                    <a:pt x="362839" y="9161145"/>
                  </a:cubicBezTo>
                  <a:cubicBezTo>
                    <a:pt x="272161" y="9161145"/>
                    <a:pt x="200152" y="9089136"/>
                    <a:pt x="200152" y="8998458"/>
                  </a:cubicBezTo>
                  <a:cubicBezTo>
                    <a:pt x="200152" y="8907780"/>
                    <a:pt x="272161" y="8831453"/>
                    <a:pt x="362839" y="8831453"/>
                  </a:cubicBezTo>
                  <a:close/>
                  <a:moveTo>
                    <a:pt x="0" y="0"/>
                  </a:moveTo>
                  <a:cubicBezTo>
                    <a:pt x="0" y="8688324"/>
                    <a:pt x="0" y="9350629"/>
                    <a:pt x="0" y="9401175"/>
                  </a:cubicBezTo>
                  <a:lnTo>
                    <a:pt x="4973193" y="9401175"/>
                  </a:lnTo>
                  <a:cubicBezTo>
                    <a:pt x="17177639" y="9390888"/>
                    <a:pt x="17177639" y="9390888"/>
                    <a:pt x="17177639" y="9390888"/>
                  </a:cubicBezTo>
                  <a:lnTo>
                    <a:pt x="17230725" y="752857"/>
                  </a:lnTo>
                  <a:lnTo>
                    <a:pt x="1723072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489075" y="769874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634226" y="769874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1779250" y="769874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489075" y="9383903"/>
              <a:ext cx="5144389" cy="257175"/>
            </a:xfrm>
            <a:custGeom>
              <a:avLst/>
              <a:gdLst/>
              <a:ahLst/>
              <a:cxnLst/>
              <a:rect l="l" t="t" r="r" b="b"/>
              <a:pathLst>
                <a:path w="5144389" h="257175">
                  <a:moveTo>
                    <a:pt x="0" y="0"/>
                  </a:moveTo>
                  <a:lnTo>
                    <a:pt x="0" y="257175"/>
                  </a:lnTo>
                  <a:lnTo>
                    <a:pt x="5144389" y="257175"/>
                  </a:lnTo>
                  <a:lnTo>
                    <a:pt x="5144389" y="0"/>
                  </a:lnTo>
                  <a:close/>
                </a:path>
              </a:pathLst>
            </a:custGeom>
            <a:solidFill>
              <a:srgbClr val="10100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34226" y="9383903"/>
              <a:ext cx="5144262" cy="257175"/>
            </a:xfrm>
            <a:custGeom>
              <a:avLst/>
              <a:gdLst/>
              <a:ahLst/>
              <a:cxnLst/>
              <a:rect l="l" t="t" r="r" b="b"/>
              <a:pathLst>
                <a:path w="5144262" h="257175">
                  <a:moveTo>
                    <a:pt x="0" y="0"/>
                  </a:moveTo>
                  <a:lnTo>
                    <a:pt x="0" y="257175"/>
                  </a:lnTo>
                  <a:lnTo>
                    <a:pt x="5144262" y="257175"/>
                  </a:lnTo>
                  <a:lnTo>
                    <a:pt x="5144262" y="0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1779250" y="9383903"/>
              <a:ext cx="5140325" cy="257175"/>
            </a:xfrm>
            <a:custGeom>
              <a:avLst/>
              <a:gdLst/>
              <a:ahLst/>
              <a:cxnLst/>
              <a:rect l="l" t="t" r="r" b="b"/>
              <a:pathLst>
                <a:path w="5140325" h="257175">
                  <a:moveTo>
                    <a:pt x="0" y="0"/>
                  </a:moveTo>
                  <a:lnTo>
                    <a:pt x="0" y="257175"/>
                  </a:lnTo>
                  <a:lnTo>
                    <a:pt x="5140325" y="257175"/>
                  </a:lnTo>
                  <a:lnTo>
                    <a:pt x="5140325" y="0"/>
                  </a:lnTo>
                  <a:close/>
                </a:path>
              </a:pathLst>
            </a:custGeom>
            <a:solidFill>
              <a:srgbClr val="F97BDC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7583277" y="2144268"/>
              <a:ext cx="552450" cy="1779905"/>
            </a:xfrm>
            <a:custGeom>
              <a:avLst/>
              <a:gdLst/>
              <a:ahLst/>
              <a:cxnLst/>
              <a:rect l="l" t="t" r="r" b="b"/>
              <a:pathLst>
                <a:path w="552450" h="1779905">
                  <a:moveTo>
                    <a:pt x="276479" y="0"/>
                  </a:moveTo>
                  <a:lnTo>
                    <a:pt x="0" y="143256"/>
                  </a:lnTo>
                  <a:lnTo>
                    <a:pt x="0" y="1779905"/>
                  </a:lnTo>
                  <a:lnTo>
                    <a:pt x="552450" y="1779905"/>
                  </a:lnTo>
                  <a:lnTo>
                    <a:pt x="552450" y="142367"/>
                  </a:lnTo>
                  <a:lnTo>
                    <a:pt x="276479" y="127"/>
                  </a:lnTo>
                  <a:close/>
                </a:path>
              </a:pathLst>
            </a:custGeom>
            <a:solidFill>
              <a:srgbClr val="8C54FC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82321" y="7603238"/>
              <a:ext cx="529590" cy="1703959"/>
            </a:xfrm>
            <a:custGeom>
              <a:avLst/>
              <a:gdLst/>
              <a:ahLst/>
              <a:cxnLst/>
              <a:rect l="l" t="t" r="r" b="b"/>
              <a:pathLst>
                <a:path w="529590" h="1703959">
                  <a:moveTo>
                    <a:pt x="77089" y="125"/>
                  </a:moveTo>
                  <a:cubicBezTo>
                    <a:pt x="73533" y="10920"/>
                    <a:pt x="64135" y="20318"/>
                    <a:pt x="57658" y="27430"/>
                  </a:cubicBezTo>
                  <a:lnTo>
                    <a:pt x="49022" y="13714"/>
                  </a:lnTo>
                  <a:cubicBezTo>
                    <a:pt x="46101" y="16635"/>
                    <a:pt x="42545" y="19429"/>
                    <a:pt x="37465" y="24509"/>
                  </a:cubicBezTo>
                  <a:lnTo>
                    <a:pt x="0" y="1662555"/>
                  </a:lnTo>
                  <a:cubicBezTo>
                    <a:pt x="5842" y="1657602"/>
                    <a:pt x="11811" y="1653792"/>
                    <a:pt x="18161" y="1653792"/>
                  </a:cubicBezTo>
                  <a:cubicBezTo>
                    <a:pt x="22860" y="1653792"/>
                    <a:pt x="27813" y="1655824"/>
                    <a:pt x="33020" y="1661031"/>
                  </a:cubicBezTo>
                  <a:lnTo>
                    <a:pt x="71120" y="1627885"/>
                  </a:lnTo>
                  <a:cubicBezTo>
                    <a:pt x="76200" y="1648713"/>
                    <a:pt x="101346" y="1660269"/>
                    <a:pt x="115062" y="1674748"/>
                  </a:cubicBezTo>
                  <a:cubicBezTo>
                    <a:pt x="133731" y="1663191"/>
                    <a:pt x="143891" y="1645284"/>
                    <a:pt x="158242" y="1634362"/>
                  </a:cubicBezTo>
                  <a:cubicBezTo>
                    <a:pt x="170434" y="1645918"/>
                    <a:pt x="173355" y="1663826"/>
                    <a:pt x="184912" y="1678304"/>
                  </a:cubicBezTo>
                  <a:cubicBezTo>
                    <a:pt x="200025" y="1670430"/>
                    <a:pt x="218694" y="1665350"/>
                    <a:pt x="230251" y="1650237"/>
                  </a:cubicBezTo>
                  <a:cubicBezTo>
                    <a:pt x="242443" y="1661031"/>
                    <a:pt x="248285" y="1679701"/>
                    <a:pt x="253238" y="1693417"/>
                  </a:cubicBezTo>
                  <a:cubicBezTo>
                    <a:pt x="265430" y="1686178"/>
                    <a:pt x="278384" y="1670430"/>
                    <a:pt x="294259" y="1662429"/>
                  </a:cubicBezTo>
                  <a:cubicBezTo>
                    <a:pt x="294259" y="1673224"/>
                    <a:pt x="305816" y="1684019"/>
                    <a:pt x="305816" y="1691893"/>
                  </a:cubicBezTo>
                  <a:cubicBezTo>
                    <a:pt x="318008" y="1681860"/>
                    <a:pt x="323850" y="1663064"/>
                    <a:pt x="333883" y="1650110"/>
                  </a:cubicBezTo>
                  <a:cubicBezTo>
                    <a:pt x="336042" y="1663827"/>
                    <a:pt x="336042" y="1679574"/>
                    <a:pt x="335280" y="1692529"/>
                  </a:cubicBezTo>
                  <a:lnTo>
                    <a:pt x="356870" y="1676654"/>
                  </a:lnTo>
                  <a:cubicBezTo>
                    <a:pt x="360426" y="1684528"/>
                    <a:pt x="375539" y="1696085"/>
                    <a:pt x="378460" y="1703959"/>
                  </a:cubicBezTo>
                  <a:cubicBezTo>
                    <a:pt x="384937" y="1693164"/>
                    <a:pt x="400050" y="1685925"/>
                    <a:pt x="405765" y="1680972"/>
                  </a:cubicBezTo>
                  <a:cubicBezTo>
                    <a:pt x="408686" y="1686687"/>
                    <a:pt x="420878" y="1693926"/>
                    <a:pt x="423799" y="1699641"/>
                  </a:cubicBezTo>
                  <a:cubicBezTo>
                    <a:pt x="443611" y="1686179"/>
                    <a:pt x="457835" y="1660144"/>
                    <a:pt x="477393" y="1660144"/>
                  </a:cubicBezTo>
                  <a:cubicBezTo>
                    <a:pt x="479679" y="1660144"/>
                    <a:pt x="482092" y="1660525"/>
                    <a:pt x="484505" y="1661287"/>
                  </a:cubicBezTo>
                  <a:cubicBezTo>
                    <a:pt x="484251" y="1661795"/>
                    <a:pt x="489331" y="1668272"/>
                    <a:pt x="494284" y="1675893"/>
                  </a:cubicBezTo>
                  <a:lnTo>
                    <a:pt x="529590" y="33528"/>
                  </a:lnTo>
                  <a:lnTo>
                    <a:pt x="526669" y="42164"/>
                  </a:lnTo>
                  <a:lnTo>
                    <a:pt x="521589" y="38608"/>
                  </a:lnTo>
                  <a:lnTo>
                    <a:pt x="510032" y="51562"/>
                  </a:lnTo>
                  <a:lnTo>
                    <a:pt x="500634" y="21336"/>
                  </a:lnTo>
                  <a:cubicBezTo>
                    <a:pt x="497713" y="27051"/>
                    <a:pt x="485521" y="37211"/>
                    <a:pt x="481203" y="37846"/>
                  </a:cubicBezTo>
                  <a:lnTo>
                    <a:pt x="471170" y="23495"/>
                  </a:lnTo>
                  <a:lnTo>
                    <a:pt x="465455" y="33528"/>
                  </a:lnTo>
                  <a:lnTo>
                    <a:pt x="458216" y="9017"/>
                  </a:lnTo>
                  <a:cubicBezTo>
                    <a:pt x="446024" y="32766"/>
                    <a:pt x="427228" y="40005"/>
                    <a:pt x="412115" y="46482"/>
                  </a:cubicBezTo>
                  <a:cubicBezTo>
                    <a:pt x="397002" y="32131"/>
                    <a:pt x="399161" y="35687"/>
                    <a:pt x="381889" y="28448"/>
                  </a:cubicBezTo>
                  <a:lnTo>
                    <a:pt x="374015" y="18415"/>
                  </a:lnTo>
                  <a:cubicBezTo>
                    <a:pt x="368935" y="31370"/>
                    <a:pt x="353822" y="41402"/>
                    <a:pt x="343027" y="48641"/>
                  </a:cubicBezTo>
                  <a:lnTo>
                    <a:pt x="340868" y="38609"/>
                  </a:lnTo>
                  <a:cubicBezTo>
                    <a:pt x="335407" y="42038"/>
                    <a:pt x="330708" y="43689"/>
                    <a:pt x="326517" y="43689"/>
                  </a:cubicBezTo>
                  <a:cubicBezTo>
                    <a:pt x="316865" y="43689"/>
                    <a:pt x="309499" y="35307"/>
                    <a:pt x="300482" y="22734"/>
                  </a:cubicBezTo>
                  <a:lnTo>
                    <a:pt x="291084" y="32132"/>
                  </a:lnTo>
                  <a:cubicBezTo>
                    <a:pt x="278892" y="25654"/>
                    <a:pt x="273812" y="28575"/>
                    <a:pt x="260858" y="22099"/>
                  </a:cubicBezTo>
                  <a:cubicBezTo>
                    <a:pt x="244983" y="48769"/>
                    <a:pt x="226314" y="30735"/>
                    <a:pt x="207645" y="62485"/>
                  </a:cubicBezTo>
                  <a:cubicBezTo>
                    <a:pt x="201930" y="54611"/>
                    <a:pt x="202565" y="50928"/>
                    <a:pt x="196850" y="40895"/>
                  </a:cubicBezTo>
                  <a:lnTo>
                    <a:pt x="190119" y="40895"/>
                  </a:lnTo>
                  <a:lnTo>
                    <a:pt x="187960" y="30862"/>
                  </a:lnTo>
                  <a:cubicBezTo>
                    <a:pt x="180721" y="22988"/>
                    <a:pt x="180721" y="27306"/>
                    <a:pt x="169926" y="22988"/>
                  </a:cubicBezTo>
                  <a:lnTo>
                    <a:pt x="159893" y="33021"/>
                  </a:lnTo>
                  <a:cubicBezTo>
                    <a:pt x="155829" y="16129"/>
                    <a:pt x="150749" y="10161"/>
                    <a:pt x="144780" y="10161"/>
                  </a:cubicBezTo>
                  <a:cubicBezTo>
                    <a:pt x="133731" y="10161"/>
                    <a:pt x="120015" y="31116"/>
                    <a:pt x="105918" y="42419"/>
                  </a:cubicBezTo>
                  <a:cubicBezTo>
                    <a:pt x="96520" y="24385"/>
                    <a:pt x="89408" y="13589"/>
                    <a:pt x="77089" y="0"/>
                  </a:cubicBezTo>
                  <a:close/>
                </a:path>
              </a:pathLst>
            </a:custGeom>
            <a:solidFill>
              <a:srgbClr val="F97BDC"/>
            </a:solidFill>
          </p:spPr>
        </p:sp>
      </p:grpSp>
      <p:sp>
        <p:nvSpPr>
          <p:cNvPr id="14" name="TextBox 4"/>
          <p:cNvSpPr txBox="1"/>
          <p:nvPr/>
        </p:nvSpPr>
        <p:spPr>
          <a:xfrm>
            <a:off x="1414535" y="1028700"/>
            <a:ext cx="10167865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utoShape 2" descr="E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3" descr="C:\Users\RAM\Downloads\downloa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200" y="8257719"/>
            <a:ext cx="777869" cy="77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AOS: Animate web elements as you scroll | Bypeo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6585564"/>
            <a:ext cx="5140324" cy="2570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HP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039091"/>
            <a:ext cx="5140324" cy="51403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21" name="Picture 2" descr="Html5 Css3 Logo Png - Html And Css Logo Transparent PNG - 820x600 - Free  Download on Nice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488" y="4793844"/>
            <a:ext cx="6427581" cy="32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Bootstra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225" y="1569720"/>
            <a:ext cx="6442843" cy="32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MySQL logo and symbol, meaning, history,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64734" y="3895763"/>
            <a:ext cx="6812844" cy="383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209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1706</Words>
  <Application>Microsoft Office PowerPoint</Application>
  <PresentationFormat>Custom</PresentationFormat>
  <Paragraphs>248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wepik-mastering-the-art-of-creating-an-impactful-resume-and-cover-letter-20240319120315M9ft.pdf</dc:title>
  <dc:creator>Dharmik Dobariya</dc:creator>
  <cp:lastModifiedBy>RAM</cp:lastModifiedBy>
  <cp:revision>67</cp:revision>
  <dcterms:created xsi:type="dcterms:W3CDTF">2006-08-16T00:00:00Z</dcterms:created>
  <dcterms:modified xsi:type="dcterms:W3CDTF">2025-12-06T04:42:27Z</dcterms:modified>
  <dc:identifier>DAF_9Hh_S_Y</dc:identifier>
</cp:coreProperties>
</file>